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50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F6BE00"/>
          </a:solidFill>
          <a:ln w="12700">
            <a:solidFill>
              <a:srgbClr val="F6BE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B00D27">
              <a:alpha val="60000"/>
            </a:srgbClr>
          </a:solidFill>
          <a:ln w="12700">
            <a:solidFill>
              <a:srgbClr val="B00D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850A1E">
              <a:alpha val="70000"/>
            </a:srgbClr>
          </a:solidFill>
          <a:ln w="12700">
            <a:solidFill>
              <a:srgbClr val="850A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600" kern="0" dirty="0">
                <a:solidFill>
                  <a:srgbClr val="F6B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SA-TECH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del Usuario Solicitante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6B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Requisiciones de Compra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365760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91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Compras SA-TECH  |  Version 1.0  |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aprenderas en esta guia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47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para solicitar, enviar y dar seguimiento a tus requisiciones.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A50D26"/>
          </a:solidFill>
          <a:ln w="12700">
            <a:solidFill>
              <a:srgbClr val="A50D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SA-TECH | Sistema de Compras | Guia del Solicitante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21040" y="498348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1554480" cy="347472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41832" y="1417320"/>
            <a:ext cx="585216" cy="585216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14173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212140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606040"/>
            <a:ext cx="1371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Llena el formulario con la informacion de tu requisicion.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16252" y="2103120"/>
            <a:ext cx="32004" cy="0"/>
          </a:xfrm>
          <a:prstGeom prst="line">
            <a:avLst/>
          </a:prstGeom>
          <a:noFill/>
          <a:ln w="19050">
            <a:solidFill>
              <a:srgbClr val="74757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34540" y="1280160"/>
            <a:ext cx="1554480" cy="347472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19172" y="1417320"/>
            <a:ext cx="585216" cy="585216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9172" y="14173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125980" y="212140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partidas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25980" y="2606040"/>
            <a:ext cx="1371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los productos o servicios que necesitas.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93592" y="2103120"/>
            <a:ext cx="32004" cy="0"/>
          </a:xfrm>
          <a:prstGeom prst="line">
            <a:avLst/>
          </a:prstGeom>
          <a:noFill/>
          <a:ln w="19050">
            <a:solidFill>
              <a:srgbClr val="74757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11880" y="1280160"/>
            <a:ext cx="1554480" cy="347472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096512" y="1417320"/>
            <a:ext cx="585216" cy="585216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96512" y="14173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703320" y="212140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703320" y="2606040"/>
            <a:ext cx="1371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 la requisicion para iniciar el flujo de aprobacion.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170932" y="2103120"/>
            <a:ext cx="32004" cy="0"/>
          </a:xfrm>
          <a:prstGeom prst="line">
            <a:avLst/>
          </a:prstGeom>
          <a:noFill/>
          <a:ln w="19050">
            <a:solidFill>
              <a:srgbClr val="74757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89220" y="1280160"/>
            <a:ext cx="1554480" cy="347472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673852" y="1417320"/>
            <a:ext cx="585216" cy="585216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73852" y="14173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280660" y="212140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80660" y="2606040"/>
            <a:ext cx="1371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Monitorea el avance de tu requisicion en tiempo real.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748272" y="2103120"/>
            <a:ext cx="32004" cy="0"/>
          </a:xfrm>
          <a:prstGeom prst="line">
            <a:avLst/>
          </a:prstGeom>
          <a:noFill/>
          <a:ln w="19050">
            <a:solidFill>
              <a:srgbClr val="74757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560" y="1280160"/>
            <a:ext cx="1554480" cy="347472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251192" y="1417320"/>
            <a:ext cx="585216" cy="585216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51192" y="14173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858000" y="212140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Recibir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858000" y="2606040"/>
            <a:ext cx="1371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vez aprobada, el comprador gestionara la orden.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previos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47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crear tu primera requisicion, verifica que el administrador haya configurado tu cuenta.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A50D26"/>
          </a:solidFill>
          <a:ln w="12700">
            <a:solidFill>
              <a:srgbClr val="A50D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SA-TECH | Sistema de Compras | Guia del Solicitante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21040" y="498348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8229600" cy="100584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34440"/>
            <a:ext cx="64008" cy="1005840"/>
          </a:xfrm>
          <a:prstGeom prst="rect">
            <a:avLst/>
          </a:prstGeom>
          <a:solidFill>
            <a:srgbClr val="F6BE00"/>
          </a:solidFill>
          <a:ln w="12700">
            <a:solidFill>
              <a:srgbClr val="F6BE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444752"/>
            <a:ext cx="585216" cy="585216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4447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13441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asignado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16916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Debes tener el permiso: solicita_requisicion_compra. Sin este rol no podras acceder al modulo de Mis Requisiciones.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8229600" cy="100584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423160"/>
            <a:ext cx="64008" cy="1005840"/>
          </a:xfrm>
          <a:prstGeom prst="rect">
            <a:avLst/>
          </a:prstGeom>
          <a:solidFill>
            <a:srgbClr val="F6BE00"/>
          </a:solidFill>
          <a:ln w="12700">
            <a:solidFill>
              <a:srgbClr val="F6BE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633472"/>
            <a:ext cx="585216" cy="585216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6334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2532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 asignada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28803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cuenta debe estar vinculada a una gerencia. Si no la tienes, el sistema te bloqueara al intentar crear una requisicion.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8229600" cy="100584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611880"/>
            <a:ext cx="64008" cy="1005840"/>
          </a:xfrm>
          <a:prstGeom prst="rect">
            <a:avLst/>
          </a:prstGeom>
          <a:solidFill>
            <a:srgbClr val="F6BE00"/>
          </a:solidFill>
          <a:ln w="12700">
            <a:solidFill>
              <a:srgbClr val="F6BE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822192"/>
            <a:ext cx="585216" cy="585216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8221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37216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de aprobacion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71600" y="40690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quienes revisaran y aprobaran tu requisicion. El administrador asigna estas cadenas segun tu area.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617720"/>
            <a:ext cx="8229600" cy="292608"/>
          </a:xfrm>
          <a:prstGeom prst="rect">
            <a:avLst/>
          </a:prstGeom>
          <a:solidFill>
            <a:srgbClr val="FFF3CD"/>
          </a:solidFill>
          <a:ln w="19050">
            <a:solidFill>
              <a:srgbClr val="F6BE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62686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Aviso: Si ves errores al crear requisiciones, contacta al administrador para verificar tu configuracion.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al sistema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47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entrar al modulo de Mis Requisiciones.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A50D26"/>
          </a:solidFill>
          <a:ln w="12700">
            <a:solidFill>
              <a:srgbClr val="A50D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SA-TECH | Sistema de Compras | Guia del Solicitante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21040" y="498348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502920" cy="50292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97280" y="1234440"/>
            <a:ext cx="758952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123444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tu navegador e ingresa la URL del sistema SA-TECH.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975104"/>
            <a:ext cx="502920" cy="50292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975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7280" y="1929384"/>
            <a:ext cx="7589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1929384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 sesion con tu usuario y contrasena.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670048"/>
            <a:ext cx="502920" cy="50292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670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97280" y="2624328"/>
            <a:ext cx="758952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4440" y="262432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menu lateral izquierdo, localiza el grupo 'Requisiciones'.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364992"/>
            <a:ext cx="502920" cy="50292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364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97280" y="3319272"/>
            <a:ext cx="7589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34440" y="331927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 clic en 'Mis requisiciones'.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059936"/>
            <a:ext cx="502920" cy="50292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059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97280" y="4014216"/>
            <a:ext cx="758952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34440" y="4014216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Veras el listado de tus requisiciones existentes y el boton para crear nuevas.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requisicion: Informacion general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47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todos los campos obligatorios en la pestana 'Informacion general'.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A50D26"/>
          </a:solidFill>
          <a:ln w="12700">
            <a:solidFill>
              <a:srgbClr val="A50D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SA-TECH | Sistema de Compras | Guia del Solicitante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21040" y="498348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3749040"/>
        </p:xfrm>
        <a:graphic>
          <a:graphicData uri="http://schemas.openxmlformats.org/drawingml/2006/table">
            <a:tbl>
              <a:tblPr/>
              <a:tblGrid>
                <a:gridCol w="2011680"/>
                <a:gridCol w="2560320"/>
                <a:gridCol w="384048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Opciones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Servicio / Proveeduria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productos a solicitar. Determina el catalogo disponible.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 libre (max. 600 chars)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Descripcion breve del motivo de la requisicion.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 / Media / Alta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Urgencia de la requisicion. Por defecto: Baja.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Compra / Cotizacion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Compra: proveedor definido. Cotizacion: comprador busca opciones.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 de entrega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 (min. 3 dias)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Cuando necesitas recibir los productos.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Proyecto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desplegable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Proyecto al que se carga la requisicion.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Direccion entrega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 libre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Lugar fisico de entrega.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aprobacion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47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revisara y aprobara tu requisicion.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A50D26"/>
          </a:solidFill>
          <a:ln w="12700">
            <a:solidFill>
              <a:srgbClr val="A50D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SA-TECH | Sistema de Compras | Guia del Solicitante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21040" y="498348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920240"/>
            <a:ext cx="1234440" cy="9144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199339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Solicitante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239572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(Tu)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508760" y="2377440"/>
            <a:ext cx="201168" cy="0"/>
          </a:xfrm>
          <a:prstGeom prst="line">
            <a:avLst/>
          </a:prstGeom>
          <a:noFill/>
          <a:ln w="25400">
            <a:solidFill>
              <a:srgbClr val="74757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09928" y="1920240"/>
            <a:ext cx="1234440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709928" y="199339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709928" y="239572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existencias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44368" y="2377440"/>
            <a:ext cx="201168" cy="0"/>
          </a:xfrm>
          <a:prstGeom prst="line">
            <a:avLst/>
          </a:prstGeom>
          <a:noFill/>
          <a:ln w="25400">
            <a:solidFill>
              <a:srgbClr val="74757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45536" y="1920240"/>
            <a:ext cx="1234440" cy="9144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145536" y="199339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45536" y="239572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la solicitud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79976" y="2377440"/>
            <a:ext cx="201168" cy="0"/>
          </a:xfrm>
          <a:prstGeom prst="line">
            <a:avLst/>
          </a:prstGeom>
          <a:noFill/>
          <a:ln w="25400">
            <a:solidFill>
              <a:srgbClr val="74757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81144" y="1920240"/>
            <a:ext cx="1234440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81144" y="199339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81144" y="239572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Aprueba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15584" y="2377440"/>
            <a:ext cx="201168" cy="0"/>
          </a:xfrm>
          <a:prstGeom prst="line">
            <a:avLst/>
          </a:prstGeom>
          <a:noFill/>
          <a:ln w="25400">
            <a:solidFill>
              <a:srgbClr val="74757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16752" y="1920240"/>
            <a:ext cx="1234440" cy="9144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16752" y="199339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16752" y="239572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51192" y="2377440"/>
            <a:ext cx="201168" cy="0"/>
          </a:xfrm>
          <a:prstGeom prst="line">
            <a:avLst/>
          </a:prstGeom>
          <a:noFill/>
          <a:ln w="25400">
            <a:solidFill>
              <a:srgbClr val="74757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52360" y="1920240"/>
            <a:ext cx="1234440" cy="914400"/>
          </a:xfrm>
          <a:prstGeom prst="rect">
            <a:avLst/>
          </a:prstGeom>
          <a:solidFill>
            <a:srgbClr val="5B5754"/>
          </a:solidFill>
          <a:ln w="12700">
            <a:solidFill>
              <a:srgbClr val="5B57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452360" y="199339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Comprador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52360" y="239572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la compra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configurar tu flujo: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34290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B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pestana 'Flujo de aprobacion', selecciona quien Revisa tu requisicion.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B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 el revisor, el campo 'Aprueba' se actualizara automaticamente con las opciones disponibles.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B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solo hay una opcion disponible, el sistema la pre-seleccionara.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partidas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47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producto o servicio que necesitas es una partida.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A50D26"/>
          </a:solidFill>
          <a:ln w="12700">
            <a:solidFill>
              <a:srgbClr val="A50D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SA-TECH | Sistema de Compras | Guia del Solicitante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21040" y="498348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234440"/>
            <a:ext cx="4206240" cy="109728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34440"/>
            <a:ext cx="54864" cy="10972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490472"/>
            <a:ext cx="475488" cy="47548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490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13258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partida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1673352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47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 clic en el boton 'Nueva partida' en la seccion Partidas.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1234440"/>
            <a:ext cx="4206240" cy="109728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234440"/>
            <a:ext cx="54864" cy="10972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19472" y="1490472"/>
            <a:ext cx="475488" cy="47548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1490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32120" y="13258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32120" y="1673352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47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 la cantidad solicitada (numeros positivos).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2514600"/>
            <a:ext cx="4206240" cy="109728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514600"/>
            <a:ext cx="54864" cy="10972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" y="2770632"/>
            <a:ext cx="475488" cy="47548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2770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43000" y="26060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el producto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43000" y="2953512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47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en el catalogo por nombre. Solo aparecen productos aprobados y compatibles con la categoria.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2514600"/>
            <a:ext cx="4206240" cy="109728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514600"/>
            <a:ext cx="54864" cy="10972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19472" y="2770632"/>
            <a:ext cx="475488" cy="47548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2770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532120" y="26060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datos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32120" y="2953512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47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Codigo, Descripcion y Unidad de medida se llenan automaticamente.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65760" y="3794760"/>
            <a:ext cx="4206240" cy="109728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5760" y="3794760"/>
            <a:ext cx="54864" cy="10972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" y="4050792"/>
            <a:ext cx="475488" cy="47548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" y="40507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143000" y="38862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143000" y="4233672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47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una nota si necesitas especificar algo (color, talla, especificacion, etc.).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54880" y="3794760"/>
            <a:ext cx="4206240" cy="109728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794760"/>
            <a:ext cx="54864" cy="10972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19472" y="4050792"/>
            <a:ext cx="475488" cy="47548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19472" y="40507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532120" y="38862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532120" y="4233672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47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 clic en 'Guardar'. Puedes agregar todas las partidas que necesites.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y dar seguimiento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47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 tu requisicion e identifica su estatus en tiempo real.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A50D26"/>
          </a:solidFill>
          <a:ln w="12700">
            <a:solidFill>
              <a:srgbClr val="A50D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SA-TECH | Sistema de Compras | Guia del Solicitante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21040" y="498348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188720"/>
            <a:ext cx="3840480" cy="374904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188720"/>
            <a:ext cx="3840480" cy="4114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188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requisicion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1783080"/>
            <a:ext cx="384048" cy="38404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17373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que todos los campos y partidas esten completos.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532888"/>
            <a:ext cx="384048" cy="38404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248716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 clic en el boton 'Enviar' (o la accion de envio disponible).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282696"/>
            <a:ext cx="384048" cy="38404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282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236976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requisicion cambia de estado 'Borrador' a 'Revision'.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4032504"/>
            <a:ext cx="384048" cy="38404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032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98678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envia un correo automatico al revisor asignado.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1188720"/>
            <a:ext cx="3840480" cy="374904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37760" y="1188720"/>
            <a:ext cx="384048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1188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seguimiento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74920" y="169164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B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 a 'Mis requisiciones' para ver el estatus de cada una.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74920" y="221284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B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 clic en 'Ver' para abrir el detalle.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74920" y="2734056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B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Pestana 'Flujo de aprobacion': barra de progreso del proceso.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74920" y="325526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B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Pestana 'Historial': registro de todos los cambios de estado.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74920" y="377647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B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Pestana 'Ordenes': ordenes de compra generadas.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74920" y="429768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B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 'Ver pdf': descarga o imprime la requisicion.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y su significado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47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estado indica en que punto del proceso esta tu requisicion.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A50D26"/>
          </a:solidFill>
          <a:ln w="12700">
            <a:solidFill>
              <a:srgbClr val="A50D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SA-TECH | Sistema de Compras | Guia del Solicitante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21040" y="498348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029200"/>
              </a:tblGrid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Borrador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Creada pero no enviada. Puedes editar.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5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Revision por almacen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almacen verifica existencias.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D59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revisor esta evaluando tu solicitud.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Aprobado por revisor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Paso al aprobador de gerencia.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Aprobado por gerencia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espera de autorizacion de DG.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Aprobado por DG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Autorizada. Se asignara un comprador.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14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Comprador asignado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comprador esta procesando tu pedido.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50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Devuelto por...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Requiere correcciones. Revisa el historial.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7475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Cancelado / Cerrada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Proceso terminado (cancelado o completado).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y acciones adicionales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47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puedes hacer cuando tu requisicion es devuelta o ya fue creada.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A50D26"/>
          </a:solidFill>
          <a:ln w="12700">
            <a:solidFill>
              <a:srgbClr val="A50D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SA-TECH | Sistema de Compras | Guia del Solicitante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21040" y="498348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18872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188720"/>
            <a:ext cx="54864" cy="37490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298448"/>
            <a:ext cx="3767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una requisicion devuelta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" y="1645920"/>
            <a:ext cx="380390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7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tu requisicion es devuelta, el boton 'Editar' aparece en el menu de acciones (tres puntos).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47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Puedes editar cuando el estado 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47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Borrador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47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Devuelto por almacen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47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Devuelto por revisor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47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Devuelto por gerencia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47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Devuelto por DG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47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Devuelto por comprador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47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 lo necesario y vuelve a enviar.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4023360" cy="109728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188720"/>
            <a:ext cx="54864" cy="1097280"/>
          </a:xfrm>
          <a:prstGeom prst="rect">
            <a:avLst/>
          </a:prstGeom>
          <a:solidFill>
            <a:srgbClr val="F6BE00"/>
          </a:solidFill>
          <a:ln w="12700">
            <a:solidFill>
              <a:srgbClr val="F6BE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162763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7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 una requisicion existente. El sistema copia todos los datos y partidas en un nuevo borrador.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468880"/>
            <a:ext cx="4023360" cy="109728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468880"/>
            <a:ext cx="54864" cy="1097280"/>
          </a:xfrm>
          <a:prstGeom prst="rect">
            <a:avLst/>
          </a:prstGeom>
          <a:solidFill>
            <a:srgbClr val="F6BE00"/>
          </a:solidFill>
          <a:ln w="12700">
            <a:solidFill>
              <a:srgbClr val="F6BE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560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PDF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290779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7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el PDF oficial de la requisicion para compartir o archivar.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3749040"/>
            <a:ext cx="4023360" cy="109728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749040"/>
            <a:ext cx="54864" cy="1097280"/>
          </a:xfrm>
          <a:prstGeom prst="rect">
            <a:avLst/>
          </a:prstGeom>
          <a:solidFill>
            <a:srgbClr val="F6BE00"/>
          </a:solidFill>
          <a:ln w="12700">
            <a:solidFill>
              <a:srgbClr val="F6BE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adjuntos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418795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7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fichas tecnicas o soportes en formato ZIP desde el detalle.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A50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F6BE00"/>
          </a:solidFill>
          <a:ln w="12700">
            <a:solidFill>
              <a:srgbClr val="F6BE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3200400"/>
            <a:ext cx="3657600" cy="3657600"/>
          </a:xfrm>
          <a:prstGeom prst="ellipse">
            <a:avLst/>
          </a:prstGeom>
          <a:solidFill>
            <a:srgbClr val="B00D27">
              <a:alpha val="60000"/>
            </a:srgbClr>
          </a:solidFill>
          <a:ln w="12700">
            <a:solidFill>
              <a:srgbClr val="B00D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31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F6B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SA-TECH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puedes crear tus requisiciones!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457200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60604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Recuerda: contacta al administrador si tienes problemas de acceso o configuracion.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el historial y el flujo de aprobacion para dar seguimiento a cada requisicion.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la opcion 'Replicar' para agilizar requisiciones recurrentes.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Compras SA-TECH  |  Guia v1.0  | 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Guia Solicitante Requisiciones SA-TECH</dc:title>
  <dc:subject>PptxGenJS Presentation</dc:subject>
  <dc:creator>PptxGenJS</dc:creator>
  <cp:lastModifiedBy>PptxGenJS</cp:lastModifiedBy>
  <cp:revision>1</cp:revision>
  <dcterms:created xsi:type="dcterms:W3CDTF">2026-06-04T17:12:16Z</dcterms:created>
  <dcterms:modified xsi:type="dcterms:W3CDTF">2026-06-04T17:12:16Z</dcterms:modified>
</cp:coreProperties>
</file>